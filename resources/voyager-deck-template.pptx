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_VOYAGER_NOTE_0_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_VOYAGER_NOTE_1_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_VOYAGER_NOTE_2_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_VOYAGER_NOTE_3_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_VOYAGER_NOTE_4_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_VOYAGER_NOTE_5_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_VOYAGER_NOTE_6_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_VOYAGER_NOTE_7_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_VOYAGER_NOTE_8_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_VOYAGER_NOTE_9_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_VOYAGER_NOTE_10_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E"/>
                </a:solidFill>
              </a:rPr>
              <a:t>_VOYAGER_TITLE_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76"/>
                </a:solidFill>
              </a:rPr>
              <a:t>_VOYAGER_SUBTITLE_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</a:rPr>
              <a:t>_VOYAGER_HEADING_1_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1848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_VOYAGER_BULLET_1_1_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854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_VOYAGER_BULLET_1_2_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5234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_VOYAGER_BULLET_1_3_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192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_VOYAGER_BULLET_1_4_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_VOYAGER_BULLET_1_5_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6"/>
                </a:solidFill>
              </a:rPr>
              <a:t>_VOYAGER_SOURCE_1_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</a:rPr>
              <a:t>_VOYAGER_HEADING_2_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1848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_VOYAGER_BULLET_2_1_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854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_VOYAGER_BULLET_2_2_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5234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_VOYAGER_BULLET_2_3_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192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_VOYAGER_BULLET_2_4_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_VOYAGER_BULLET_2_5_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6"/>
                </a:solidFill>
              </a:rPr>
              <a:t>_VOYAGER_SOURCE_2_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</a:rPr>
              <a:t>_VOYAGER_HEADING_3_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1848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_VOYAGER_BULLET_3_1_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854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_VOYAGER_BULLET_3_2_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5234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_VOYAGER_BULLET_3_3_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192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_VOYAGER_BULLET_3_4_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_VOYAGER_BULLET_3_5_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6"/>
                </a:solidFill>
              </a:rPr>
              <a:t>_VOYAGER_SOURCE_3_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</a:rPr>
              <a:t>_VOYAGER_HEADING_4_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1848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_VOYAGER_BULLET_4_1_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854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_VOYAGER_BULLET_4_2_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5234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_VOYAGER_BULLET_4_3_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192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_VOYAGER_BULLET_4_4_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_VOYAGER_BULLET_4_5_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6"/>
                </a:solidFill>
              </a:rPr>
              <a:t>_VOYAGER_SOURCE_4_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</a:rPr>
              <a:t>_VOYAGER_HEADING_5_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1848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_VOYAGER_BULLET_5_1_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854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_VOYAGER_BULLET_5_2_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5234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_VOYAGER_BULLET_5_3_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192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_VOYAGER_BULLET_5_4_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_VOYAGER_BULLET_5_5_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6"/>
                </a:solidFill>
              </a:rPr>
              <a:t>_VOYAGER_SOURCE_5_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</a:rPr>
              <a:t>_VOYAGER_HEADING_6_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1848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_VOYAGER_BULLET_6_1_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854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_VOYAGER_BULLET_6_2_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5234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_VOYAGER_BULLET_6_3_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192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_VOYAGER_BULLET_6_4_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_VOYAGER_BULLET_6_5_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6"/>
                </a:solidFill>
              </a:rPr>
              <a:t>_VOYAGER_SOURCE_6_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</a:rPr>
              <a:t>_VOYAGER_HEADING_7_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1848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_VOYAGER_BULLET_7_1_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854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_VOYAGER_BULLET_7_2_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5234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_VOYAGER_BULLET_7_3_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192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_VOYAGER_BULLET_7_4_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_VOYAGER_BULLET_7_5_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6"/>
                </a:solidFill>
              </a:rPr>
              <a:t>_VOYAGER_SOURCE_7_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</a:rPr>
              <a:t>_VOYAGER_HEADING_8_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1848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_VOYAGER_BULLET_8_1_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854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_VOYAGER_BULLET_8_2_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5234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_VOYAGER_BULLET_8_3_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192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_VOYAGER_BULLET_8_4_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_VOYAGER_BULLET_8_5_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6"/>
                </a:solidFill>
              </a:rPr>
              <a:t>_VOYAGER_SOURCE_8_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</a:rPr>
              <a:t>_VOYAGER_HEADING_9_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1848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_VOYAGER_BULLET_9_1_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854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_VOYAGER_BULLET_9_2_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5234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_VOYAGER_BULLET_9_3_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192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_VOYAGER_BULLET_9_4_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_VOYAGER_BULLET_9_5_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6"/>
                </a:solidFill>
              </a:rPr>
              <a:t>_VOYAGER_SOURCE_9_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</a:rPr>
              <a:t>_VOYAGER_HEADING_10_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1848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_VOYAGER_BULLET_10_1_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854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_VOYAGER_BULLET_10_2_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5234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_VOYAGER_BULLET_10_3_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192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_VOYAGER_BULLET_10_4_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E"/>
                </a:solidFill>
              </a:rPr>
              <a:t>_VOYAGER_BULLET_10_5_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6"/>
                </a:solidFill>
              </a:rPr>
              <a:t>_VOYAGER_SOURCE_10_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_VOYAGER_TITLE_</dc:title>
  <dc:subject>Created by Voyager</dc:subject>
  <dc:creator>Voyager</dc:creator>
  <cp:lastModifiedBy>Voyager</cp:lastModifiedBy>
  <cp:revision>1</cp:revision>
  <dcterms:created xsi:type="dcterms:W3CDTF">2026-09-04T19:37:50Z</dcterms:created>
  <dcterms:modified xsi:type="dcterms:W3CDTF">2026-09-04T19:37:50Z</dcterms:modified>
</cp:coreProperties>
</file>